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application/octet-stream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2ee4f988844e4f" /><Relationship Type="http://schemas.openxmlformats.org/officeDocument/2006/relationships/extended-properties" Target="/docProps/app.xml" Id="R3d4f24bd6ce74cf3" /><Relationship Type="http://schemas.openxmlformats.org/officeDocument/2006/relationships/officeDocument" Target="/ppt/presentation.xml" Id="Re7d044753af34a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9cc670f39544fd"/>
  </p:sldMasterIdLst>
  <p:notesMasterIdLst>
    <p:notesMasterId xmlns:r="http://schemas.openxmlformats.org/officeDocument/2006/relationships" r:id="R17f605f7dfdd466b"/>
  </p:notesMasterIdLst>
  <p:sldIdLst>
    <p:sldId xmlns:r="http://schemas.openxmlformats.org/officeDocument/2006/relationships" id="256" r:id="Rafd91e4c59604303"/>
    <p:sldId xmlns:r="http://schemas.openxmlformats.org/officeDocument/2006/relationships" id="257" r:id="Rf3a22e5ec0f044f8"/>
    <p:sldId xmlns:r="http://schemas.openxmlformats.org/officeDocument/2006/relationships" id="258" r:id="R8ce608ec377d4305"/>
    <p:sldId xmlns:r="http://schemas.openxmlformats.org/officeDocument/2006/relationships" id="259" r:id="Re2aca27f1f474a53"/>
    <p:sldId xmlns:r="http://schemas.openxmlformats.org/officeDocument/2006/relationships" id="260" r:id="R5baa3a2d6f1546ec"/>
    <p:sldId xmlns:r="http://schemas.openxmlformats.org/officeDocument/2006/relationships" id="261" r:id="R452ed12012674684"/>
    <p:sldId xmlns:r="http://schemas.openxmlformats.org/officeDocument/2006/relationships" id="262" r:id="Re4319ea5de63465f"/>
    <p:sldId xmlns:r="http://schemas.openxmlformats.org/officeDocument/2006/relationships" id="263" r:id="R9f68ba8444ec42ed"/>
    <p:sldId xmlns:r="http://schemas.openxmlformats.org/officeDocument/2006/relationships" id="264" r:id="Rad9adea0e181429b"/>
    <p:sldId xmlns:r="http://schemas.openxmlformats.org/officeDocument/2006/relationships" id="265" r:id="R97142307cc88458f"/>
    <p:sldId xmlns:r="http://schemas.openxmlformats.org/officeDocument/2006/relationships" id="266" r:id="Rf90d3d8824f64cf3"/>
    <p:sldId xmlns:r="http://schemas.openxmlformats.org/officeDocument/2006/relationships" id="267" r:id="R7405377a918d496a"/>
    <p:sldId xmlns:r="http://schemas.openxmlformats.org/officeDocument/2006/relationships" id="268" r:id="R3d6dabd558614e7c"/>
    <p:sldId xmlns:r="http://schemas.openxmlformats.org/officeDocument/2006/relationships" id="269" r:id="R06013fa63a084561"/>
    <p:sldId xmlns:r="http://schemas.openxmlformats.org/officeDocument/2006/relationships" id="270" r:id="R83a02fa2c8864f52"/>
    <p:sldId xmlns:r="http://schemas.openxmlformats.org/officeDocument/2006/relationships" id="271" r:id="R4240276e14364e34"/>
    <p:sldId xmlns:r="http://schemas.openxmlformats.org/officeDocument/2006/relationships" id="272" r:id="Rd1b49c6665404d5a"/>
    <p:sldId xmlns:r="http://schemas.openxmlformats.org/officeDocument/2006/relationships" id="273" r:id="R6ebe8a5781a34ec5"/>
    <p:sldId xmlns:r="http://schemas.openxmlformats.org/officeDocument/2006/relationships" id="274" r:id="Re31324ff3c934f1f"/>
    <p:sldId xmlns:r="http://schemas.openxmlformats.org/officeDocument/2006/relationships" id="275" r:id="R15859efd84924e10"/>
    <p:sldId xmlns:r="http://schemas.openxmlformats.org/officeDocument/2006/relationships" id="276" r:id="R445ecbeb832443dd"/>
    <p:sldId xmlns:r="http://schemas.openxmlformats.org/officeDocument/2006/relationships" id="277" r:id="R9abc4b76d7564f50"/>
    <p:sldId xmlns:r="http://schemas.openxmlformats.org/officeDocument/2006/relationships" id="278" r:id="Rf6ccd9c9203e456e"/>
    <p:sldId xmlns:r="http://schemas.openxmlformats.org/officeDocument/2006/relationships" id="279" r:id="Rbd82894c94464706"/>
    <p:sldId xmlns:r="http://schemas.openxmlformats.org/officeDocument/2006/relationships" id="280" r:id="R19d8e342b04a4fdf"/>
    <p:sldId xmlns:r="http://schemas.openxmlformats.org/officeDocument/2006/relationships" id="281" r:id="R53b2687ead964e4d"/>
    <p:sldId xmlns:r="http://schemas.openxmlformats.org/officeDocument/2006/relationships" id="282" r:id="Rf19ac7cd8cfe40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cc670f39544fd" /><Relationship Type="http://schemas.openxmlformats.org/officeDocument/2006/relationships/theme" Target="/ppt/theme/theme1.xml" Id="R166b8d4bbc3f4b4a" /><Relationship Type="http://schemas.openxmlformats.org/officeDocument/2006/relationships/notesMaster" Target="/ppt/notesMasters/notesMaster1.xml" Id="R17f605f7dfdd466b" /><Relationship Type="http://schemas.openxmlformats.org/officeDocument/2006/relationships/presProps" Target="/ppt/presProps.xml" Id="R3ca857ea7d2f4e27" /><Relationship Type="http://schemas.openxmlformats.org/officeDocument/2006/relationships/viewProps" Target="/ppt/viewProps.xml" Id="R71d116e118aa4f2b" /><Relationship Type="http://schemas.openxmlformats.org/officeDocument/2006/relationships/tableStyles" Target="/ppt/tableStyles.xml" Id="R8c05e1927ab04e5b" /><Relationship Type="http://schemas.openxmlformats.org/officeDocument/2006/relationships/slide" Target="/ppt/slides/slide1.xml" Id="Rafd91e4c59604303" /><Relationship Type="http://schemas.openxmlformats.org/officeDocument/2006/relationships/slide" Target="/ppt/slides/slide2.xml" Id="Rf3a22e5ec0f044f8" /><Relationship Type="http://schemas.openxmlformats.org/officeDocument/2006/relationships/slide" Target="/ppt/slides/slide3.xml" Id="R8ce608ec377d4305" /><Relationship Type="http://schemas.openxmlformats.org/officeDocument/2006/relationships/slide" Target="/ppt/slides/slide4.xml" Id="Re2aca27f1f474a53" /><Relationship Type="http://schemas.openxmlformats.org/officeDocument/2006/relationships/slide" Target="/ppt/slides/slide5.xml" Id="R5baa3a2d6f1546ec" /><Relationship Type="http://schemas.openxmlformats.org/officeDocument/2006/relationships/slide" Target="/ppt/slides/slide6.xml" Id="R452ed12012674684" /><Relationship Type="http://schemas.openxmlformats.org/officeDocument/2006/relationships/slide" Target="/ppt/slides/slide7.xml" Id="Re4319ea5de63465f" /><Relationship Type="http://schemas.openxmlformats.org/officeDocument/2006/relationships/slide" Target="/ppt/slides/slide8.xml" Id="R9f68ba8444ec42ed" /><Relationship Type="http://schemas.openxmlformats.org/officeDocument/2006/relationships/slide" Target="/ppt/slides/slide9.xml" Id="Rad9adea0e181429b" /><Relationship Type="http://schemas.openxmlformats.org/officeDocument/2006/relationships/slide" Target="/ppt/slides/slide10.xml" Id="R97142307cc88458f" /><Relationship Type="http://schemas.openxmlformats.org/officeDocument/2006/relationships/slide" Target="/ppt/slides/slide11.xml" Id="Rf90d3d8824f64cf3" /><Relationship Type="http://schemas.openxmlformats.org/officeDocument/2006/relationships/slide" Target="/ppt/slides/slide12.xml" Id="R7405377a918d496a" /><Relationship Type="http://schemas.openxmlformats.org/officeDocument/2006/relationships/slide" Target="/ppt/slides/slide13.xml" Id="R3d6dabd558614e7c" /><Relationship Type="http://schemas.openxmlformats.org/officeDocument/2006/relationships/slide" Target="/ppt/slides/slide14.xml" Id="R06013fa63a084561" /><Relationship Type="http://schemas.openxmlformats.org/officeDocument/2006/relationships/slide" Target="/ppt/slides/slide15.xml" Id="R83a02fa2c8864f52" /><Relationship Type="http://schemas.openxmlformats.org/officeDocument/2006/relationships/slide" Target="/ppt/slides/slide16.xml" Id="R4240276e14364e34" /><Relationship Type="http://schemas.openxmlformats.org/officeDocument/2006/relationships/slide" Target="/ppt/slides/slide17.xml" Id="Rd1b49c6665404d5a" /><Relationship Type="http://schemas.openxmlformats.org/officeDocument/2006/relationships/slide" Target="/ppt/slides/slide18.xml" Id="R6ebe8a5781a34ec5" /><Relationship Type="http://schemas.openxmlformats.org/officeDocument/2006/relationships/slide" Target="/ppt/slides/slide19.xml" Id="Re31324ff3c934f1f" /><Relationship Type="http://schemas.openxmlformats.org/officeDocument/2006/relationships/slide" Target="/ppt/slides/slide20.xml" Id="R15859efd84924e10" /><Relationship Type="http://schemas.openxmlformats.org/officeDocument/2006/relationships/slide" Target="/ppt/slides/slide21.xml" Id="R445ecbeb832443dd" /><Relationship Type="http://schemas.openxmlformats.org/officeDocument/2006/relationships/slide" Target="/ppt/slides/slide22.xml" Id="R9abc4b76d7564f50" /><Relationship Type="http://schemas.openxmlformats.org/officeDocument/2006/relationships/slide" Target="/ppt/slides/slide23.xml" Id="Rf6ccd9c9203e456e" /><Relationship Type="http://schemas.openxmlformats.org/officeDocument/2006/relationships/slide" Target="/ppt/slides/slide24.xml" Id="Rbd82894c94464706" /><Relationship Type="http://schemas.openxmlformats.org/officeDocument/2006/relationships/slide" Target="/ppt/slides/slide25.xml" Id="R19d8e342b04a4fdf" /><Relationship Type="http://schemas.openxmlformats.org/officeDocument/2006/relationships/slide" Target="/ppt/slides/slide26.xml" Id="R53b2687ead964e4d" /><Relationship Type="http://schemas.openxmlformats.org/officeDocument/2006/relationships/slide" Target="/ppt/slides/slide27.xml" Id="Rf19ac7cd8cfe40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1830dc9507e48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1bef2ce0814b45" /><Relationship Type="http://schemas.openxmlformats.org/officeDocument/2006/relationships/notesMaster" Target="/ppt/notesMasters/notesMaster1.xml" Id="R98ca1a3d15314e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8093204c7d4300" /><Relationship Type="http://schemas.openxmlformats.org/officeDocument/2006/relationships/notesMaster" Target="/ppt/notesMasters/notesMaster1.xml" Id="Rbf691b1a861346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c8e43477724eff" /><Relationship Type="http://schemas.openxmlformats.org/officeDocument/2006/relationships/notesMaster" Target="/ppt/notesMasters/notesMaster1.xml" Id="R533c279b5fad47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cf38f1042d4f03" /><Relationship Type="http://schemas.openxmlformats.org/officeDocument/2006/relationships/notesMaster" Target="/ppt/notesMasters/notesMaster1.xml" Id="R5bab11b6670d46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6622d3e89043f6" /><Relationship Type="http://schemas.openxmlformats.org/officeDocument/2006/relationships/notesMaster" Target="/ppt/notesMasters/notesMaster1.xml" Id="R19362c694e9c4b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b92f3b6a874dbc" /><Relationship Type="http://schemas.openxmlformats.org/officeDocument/2006/relationships/notesMaster" Target="/ppt/notesMasters/notesMaster1.xml" Id="Rc88f1c6fc94049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eb41f81aed45a0" /><Relationship Type="http://schemas.openxmlformats.org/officeDocument/2006/relationships/notesMaster" Target="/ppt/notesMasters/notesMaster1.xml" Id="Ra833fe9e59c24c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2f6c40d8804c30" /><Relationship Type="http://schemas.openxmlformats.org/officeDocument/2006/relationships/notesMaster" Target="/ppt/notesMasters/notesMaster1.xml" Id="R9fc34e0c5e3841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7a359b1e87422e" /><Relationship Type="http://schemas.openxmlformats.org/officeDocument/2006/relationships/notesMaster" Target="/ppt/notesMasters/notesMaster1.xml" Id="R2545c70534cb46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b438c053b64883" /><Relationship Type="http://schemas.openxmlformats.org/officeDocument/2006/relationships/notesMaster" Target="/ppt/notesMasters/notesMaster1.xml" Id="R8f38bf46766442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ea07c60dc5411b" /><Relationship Type="http://schemas.openxmlformats.org/officeDocument/2006/relationships/notesMaster" Target="/ppt/notesMasters/notesMaster1.xml" Id="R37a69c9117ce4b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b28e9563e84cf1" /><Relationship Type="http://schemas.openxmlformats.org/officeDocument/2006/relationships/notesMaster" Target="/ppt/notesMasters/notesMaster1.xml" Id="R9df09290c52343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fa323fd55a41c4" /><Relationship Type="http://schemas.openxmlformats.org/officeDocument/2006/relationships/notesMaster" Target="/ppt/notesMasters/notesMaster1.xml" Id="R20be8252294747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78497ceddc46b5" /><Relationship Type="http://schemas.openxmlformats.org/officeDocument/2006/relationships/notesMaster" Target="/ppt/notesMasters/notesMaster1.xml" Id="Rc359218eae5640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bd103eee634a64" /><Relationship Type="http://schemas.openxmlformats.org/officeDocument/2006/relationships/notesMaster" Target="/ppt/notesMasters/notesMaster1.xml" Id="R131e647f3c0b41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dbd00565a64fe9" /><Relationship Type="http://schemas.openxmlformats.org/officeDocument/2006/relationships/notesMaster" Target="/ppt/notesMasters/notesMaster1.xml" Id="R5928914bfecc47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390d6dca3a47d0" /><Relationship Type="http://schemas.openxmlformats.org/officeDocument/2006/relationships/notesMaster" Target="/ppt/notesMasters/notesMaster1.xml" Id="R5f11a3f5aae64cc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411adf18504bf8" /><Relationship Type="http://schemas.openxmlformats.org/officeDocument/2006/relationships/notesMaster" Target="/ppt/notesMasters/notesMaster1.xml" Id="R2a380ff28d35423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533635d1ed411c" /><Relationship Type="http://schemas.openxmlformats.org/officeDocument/2006/relationships/notesMaster" Target="/ppt/notesMasters/notesMaster1.xml" Id="R429c6b86ee764cf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347ff6c88fa4ff0" /><Relationship Type="http://schemas.openxmlformats.org/officeDocument/2006/relationships/notesMaster" Target="/ppt/notesMasters/notesMaster1.xml" Id="R4889f2b95a1c4d5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515c45334de4787" /><Relationship Type="http://schemas.openxmlformats.org/officeDocument/2006/relationships/notesMaster" Target="/ppt/notesMasters/notesMaster1.xml" Id="R0cf3c5c606e046a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1edcd02cbc14535" /><Relationship Type="http://schemas.openxmlformats.org/officeDocument/2006/relationships/notesMaster" Target="/ppt/notesMasters/notesMaster1.xml" Id="Reab433536b20414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2d3cceac1444f3f" /><Relationship Type="http://schemas.openxmlformats.org/officeDocument/2006/relationships/notesMaster" Target="/ppt/notesMasters/notesMaster1.xml" Id="Rf2d539ed823441f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bb3b97e7b4841c1" /><Relationship Type="http://schemas.openxmlformats.org/officeDocument/2006/relationships/notesMaster" Target="/ppt/notesMasters/notesMaster1.xml" Id="R65729cf7012b49a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df84ba1f0ba449b" /><Relationship Type="http://schemas.openxmlformats.org/officeDocument/2006/relationships/notesMaster" Target="/ppt/notesMasters/notesMaster1.xml" Id="Rd89d59fe0d23453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1e7dcdccaf24186" /><Relationship Type="http://schemas.openxmlformats.org/officeDocument/2006/relationships/notesMaster" Target="/ppt/notesMasters/notesMaster1.xml" Id="R775fc17a58224dd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21a9f3ad2894e0f" /><Relationship Type="http://schemas.openxmlformats.org/officeDocument/2006/relationships/notesMaster" Target="/ppt/notesMasters/notesMaster1.xml" Id="R85aeb69898de4f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59ec1dcd048c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a97e801123d4dde" /><Relationship Type="http://schemas.openxmlformats.org/officeDocument/2006/relationships/slideLayout" Target="/ppt/slideLayouts/slideLayout2.xml" Id="R6bc1edd54b8948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c1edd54b8948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ae07136f854877" /><Relationship Type="http://schemas.openxmlformats.org/officeDocument/2006/relationships/image" Target="/ppt/media/image.bin" Id="R02e68acfd7a34763" /><Relationship Type="http://schemas.openxmlformats.org/officeDocument/2006/relationships/notesSlide" Target="/ppt/notesSlides/notesSlide1.xml" Id="R9a75b185f6584d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b608ed3abb468c" /><Relationship Type="http://schemas.openxmlformats.org/officeDocument/2006/relationships/image" Target="/ppt/media/image2.bin" Id="Rf8c6769cf34e4cd9" /><Relationship Type="http://schemas.openxmlformats.org/officeDocument/2006/relationships/notesSlide" Target="/ppt/notesSlides/notesSlide2.xml" Id="R19d0325bf86842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e9c95e389b438b" /><Relationship Type="http://schemas.openxmlformats.org/officeDocument/2006/relationships/image" Target="/ppt/media/image3.bin" Id="Rce8b20e5182c4b8e" /><Relationship Type="http://schemas.openxmlformats.org/officeDocument/2006/relationships/notesSlide" Target="/ppt/notesSlides/notesSlide3.xml" Id="R09c1c84bf5124d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a9ac5eb5fa47e9" /><Relationship Type="http://schemas.openxmlformats.org/officeDocument/2006/relationships/image" Target="/ppt/media/image4.bin" Id="Rde7d05b5c04541a6" /><Relationship Type="http://schemas.openxmlformats.org/officeDocument/2006/relationships/notesSlide" Target="/ppt/notesSlides/notesSlide4.xml" Id="R8ca8f36aca854c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89db52f4534d77" /><Relationship Type="http://schemas.openxmlformats.org/officeDocument/2006/relationships/image" Target="/ppt/media/image5.bin" Id="R0961d5c0ea6a4046" /><Relationship Type="http://schemas.openxmlformats.org/officeDocument/2006/relationships/notesSlide" Target="/ppt/notesSlides/notesSlide5.xml" Id="R5930f75698a840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2d9c861dda4eec" /><Relationship Type="http://schemas.openxmlformats.org/officeDocument/2006/relationships/image" Target="/ppt/media/image6.bin" Id="R37c17bbf58ec4552" /><Relationship Type="http://schemas.openxmlformats.org/officeDocument/2006/relationships/notesSlide" Target="/ppt/notesSlides/notesSlide6.xml" Id="Rc8daf68b519846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606b0d8fb74ede" /><Relationship Type="http://schemas.openxmlformats.org/officeDocument/2006/relationships/image" Target="/ppt/media/image7.bin" Id="Rd6f078d5cbcf40f0" /><Relationship Type="http://schemas.openxmlformats.org/officeDocument/2006/relationships/notesSlide" Target="/ppt/notesSlides/notesSlide7.xml" Id="R43292620d0ea48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c2d1c602e54bcd" /><Relationship Type="http://schemas.openxmlformats.org/officeDocument/2006/relationships/image" Target="/ppt/media/image.png" Id="R6678b8cebe3e4509" /><Relationship Type="http://schemas.openxmlformats.org/officeDocument/2006/relationships/notesSlide" Target="/ppt/notesSlides/notesSlide8.xml" Id="R5324bde8a74747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5c724e6aa54678" /><Relationship Type="http://schemas.openxmlformats.org/officeDocument/2006/relationships/image" Target="/ppt/media/image2.png" Id="Refa40fcc8c664004" /><Relationship Type="http://schemas.openxmlformats.org/officeDocument/2006/relationships/notesSlide" Target="/ppt/notesSlides/notesSlide9.xml" Id="Rf7c9b361429c4a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58469cc4a948a1" /><Relationship Type="http://schemas.openxmlformats.org/officeDocument/2006/relationships/image" Target="/ppt/media/image8.bin" Id="R5dc71507bfe645ba" /><Relationship Type="http://schemas.openxmlformats.org/officeDocument/2006/relationships/notesSlide" Target="/ppt/notesSlides/notesSlide10.xml" Id="Rceb6ffaae1fa42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28fe1a19084346" /><Relationship Type="http://schemas.openxmlformats.org/officeDocument/2006/relationships/image" Target="/ppt/media/image9.bin" Id="R8b439ab92f7a48fa" /><Relationship Type="http://schemas.openxmlformats.org/officeDocument/2006/relationships/notesSlide" Target="/ppt/notesSlides/notesSlide11.xml" Id="Re5547172f78941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129d374a36462c" /><Relationship Type="http://schemas.openxmlformats.org/officeDocument/2006/relationships/image" Target="/ppt/media/image10.bin" Id="Rd82cd441e59845af" /><Relationship Type="http://schemas.openxmlformats.org/officeDocument/2006/relationships/notesSlide" Target="/ppt/notesSlides/notesSlide12.xml" Id="Raa319c9e75c843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45c576ae214f87" /><Relationship Type="http://schemas.openxmlformats.org/officeDocument/2006/relationships/image" Target="/ppt/media/image3.png" Id="R1d4140292b1041f9" /><Relationship Type="http://schemas.openxmlformats.org/officeDocument/2006/relationships/notesSlide" Target="/ppt/notesSlides/notesSlide13.xml" Id="R4a50e2657bfe45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b30fb85a2b4de6" /><Relationship Type="http://schemas.openxmlformats.org/officeDocument/2006/relationships/image" Target="/ppt/media/image4.png" Id="R24e7b5712f5c4c3b" /><Relationship Type="http://schemas.openxmlformats.org/officeDocument/2006/relationships/notesSlide" Target="/ppt/notesSlides/notesSlide14.xml" Id="R5ddf78c833624c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e2816235204fa9" /><Relationship Type="http://schemas.openxmlformats.org/officeDocument/2006/relationships/image" Target="/ppt/media/image5.png" Id="Rd4a2ca477b8d4c72" /><Relationship Type="http://schemas.openxmlformats.org/officeDocument/2006/relationships/notesSlide" Target="/ppt/notesSlides/notesSlide15.xml" Id="R7bf76f81303141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da9dd3e4d6402d" /><Relationship Type="http://schemas.openxmlformats.org/officeDocument/2006/relationships/image" Target="/ppt/media/image6.png" Id="R3a29c56a76624692" /><Relationship Type="http://schemas.openxmlformats.org/officeDocument/2006/relationships/notesSlide" Target="/ppt/notesSlides/notesSlide16.xml" Id="R81c8fd35367e47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c7b8b432464a88" /><Relationship Type="http://schemas.openxmlformats.org/officeDocument/2006/relationships/image" Target="/ppt/media/image7.png" Id="Rbe26a4bafa4840e2" /><Relationship Type="http://schemas.openxmlformats.org/officeDocument/2006/relationships/notesSlide" Target="/ppt/notesSlides/notesSlide17.xml" Id="R6dc5d468dbf54a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146d6d9e81427a" /><Relationship Type="http://schemas.openxmlformats.org/officeDocument/2006/relationships/image" Target="/ppt/media/image8.png" Id="R1ca34125aefa40f2" /><Relationship Type="http://schemas.openxmlformats.org/officeDocument/2006/relationships/notesSlide" Target="/ppt/notesSlides/notesSlide18.xml" Id="Re4262c97fe254f1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7bedf8c9fb41f6" /><Relationship Type="http://schemas.openxmlformats.org/officeDocument/2006/relationships/image" Target="/ppt/media/image9.png" Id="R037d84703cdb4de3" /><Relationship Type="http://schemas.openxmlformats.org/officeDocument/2006/relationships/notesSlide" Target="/ppt/notesSlides/notesSlide19.xml" Id="Rb34985546b5b49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b16d956ff2480d" /><Relationship Type="http://schemas.openxmlformats.org/officeDocument/2006/relationships/image" Target="/ppt/media/image10.png" Id="Re9ceb2bf8d6e4c32" /><Relationship Type="http://schemas.openxmlformats.org/officeDocument/2006/relationships/notesSlide" Target="/ppt/notesSlides/notesSlide20.xml" Id="Rf63e369a170646f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c1cc44741944dc" /><Relationship Type="http://schemas.openxmlformats.org/officeDocument/2006/relationships/image" Target="/ppt/media/image11.png" Id="Raa50b76370b7401a" /><Relationship Type="http://schemas.openxmlformats.org/officeDocument/2006/relationships/notesSlide" Target="/ppt/notesSlides/notesSlide21.xml" Id="R20092cb2dc55426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cc333b7f914565" /><Relationship Type="http://schemas.openxmlformats.org/officeDocument/2006/relationships/image" Target="/ppt/media/image12.png" Id="R7b8fd6108e544146" /><Relationship Type="http://schemas.openxmlformats.org/officeDocument/2006/relationships/notesSlide" Target="/ppt/notesSlides/notesSlide22.xml" Id="Re7ed2fb1a0e74fb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6f0c67659242aa" /><Relationship Type="http://schemas.openxmlformats.org/officeDocument/2006/relationships/image" Target="/ppt/media/image13.png" Id="Rf725634afc314af8" /><Relationship Type="http://schemas.openxmlformats.org/officeDocument/2006/relationships/notesSlide" Target="/ppt/notesSlides/notesSlide23.xml" Id="R62efe43a91dc429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66561204b94ab5" /><Relationship Type="http://schemas.openxmlformats.org/officeDocument/2006/relationships/image" Target="/ppt/media/image14.png" Id="R5b18c45b7ed5484d" /><Relationship Type="http://schemas.openxmlformats.org/officeDocument/2006/relationships/notesSlide" Target="/ppt/notesSlides/notesSlide24.xml" Id="R3f6296e88daa422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a64f35af144ddc" /><Relationship Type="http://schemas.openxmlformats.org/officeDocument/2006/relationships/image" Target="/ppt/media/image15.png" Id="Redf2dea88c704bfd" /><Relationship Type="http://schemas.openxmlformats.org/officeDocument/2006/relationships/notesSlide" Target="/ppt/notesSlides/notesSlide25.xml" Id="Rbc5675f4ada54c1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5f5f518fc44ae8" /><Relationship Type="http://schemas.openxmlformats.org/officeDocument/2006/relationships/image" Target="/ppt/media/image16.png" Id="R145dd3c431fb4953" /><Relationship Type="http://schemas.openxmlformats.org/officeDocument/2006/relationships/notesSlide" Target="/ppt/notesSlides/notesSlide26.xml" Id="R407788a5c0bb4e1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c8914bf521468a" /><Relationship Type="http://schemas.openxmlformats.org/officeDocument/2006/relationships/image" Target="/ppt/media/image11.bin" Id="Re0056cd03b9240fa" /><Relationship Type="http://schemas.openxmlformats.org/officeDocument/2006/relationships/notesSlide" Target="/ppt/notesSlides/notesSlide27.xml" Id="R30a22b3b8df747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68acfd7a3476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379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6769cf34e4cd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922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b20e5182c4b8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5158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d05b5c04541a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455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1d5c0ea6a404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659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17bbf58ec455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449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078d5cbcf40f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0148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8b8cebe3e4509"/>
          <a:stretch xmlns:a="http://schemas.openxmlformats.org/drawingml/2006/main"/>
        </p:blipFill>
        <p:spPr>
          <a:xfrm xmlns:a="http://schemas.openxmlformats.org/drawingml/2006/main">
            <a:off x="952500" y="0"/>
            <a:ext cx="10287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5384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40fcc8c66400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133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71507bfe645b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950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39ab92f7a48f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6775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cd441e59845a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32462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140292b1041f9"/>
          <a:stretch xmlns:a="http://schemas.openxmlformats.org/drawingml/2006/main"/>
        </p:blipFill>
        <p:spPr>
          <a:xfrm xmlns:a="http://schemas.openxmlformats.org/drawingml/2006/main">
            <a:off x="952500" y="0"/>
            <a:ext cx="10287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3125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7b5712f5c4c3b"/>
          <a:stretch xmlns:a="http://schemas.openxmlformats.org/drawingml/2006/main"/>
        </p:blipFill>
        <p:spPr>
          <a:xfrm xmlns:a="http://schemas.openxmlformats.org/drawingml/2006/main">
            <a:off x="952500" y="0"/>
            <a:ext cx="10287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3544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2ca477b8d4c7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0138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9c56a7662469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177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6a4bafa4840e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47879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34125aefa40f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5038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d84703cdb4de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9013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eb2bf8d6e4c32"/>
          <a:stretch xmlns:a="http://schemas.openxmlformats.org/drawingml/2006/main"/>
        </p:blipFill>
        <p:spPr>
          <a:xfrm xmlns:a="http://schemas.openxmlformats.org/drawingml/2006/main">
            <a:off x="952500" y="0"/>
            <a:ext cx="10287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15650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0b76370b7401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4180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fd6108e54414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45078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5634afc314af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45481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8c45b7ed5484d"/>
          <a:stretch xmlns:a="http://schemas.openxmlformats.org/drawingml/2006/main"/>
        </p:blipFill>
        <p:spPr>
          <a:xfrm xmlns:a="http://schemas.openxmlformats.org/drawingml/2006/main">
            <a:off x="952500" y="0"/>
            <a:ext cx="10287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2944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2dea88c704bf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6475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dd3c431fb4953"/>
          <a:stretch xmlns:a="http://schemas.openxmlformats.org/drawingml/2006/main"/>
        </p:blipFill>
        <p:spPr>
          <a:xfrm xmlns:a="http://schemas.openxmlformats.org/drawingml/2006/main">
            <a:off x="0" y="1823"/>
            <a:ext cx="12192000" cy="68543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2601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56cd03b9240f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22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2026-05-22T05:14:49.7220000Z</dcterms:created>
  <dcterms:modified xsi:type="dcterms:W3CDTF">2026-05-22T05:14:49.7220000Z</dcterms:modified>
</coreProperties>
</file>